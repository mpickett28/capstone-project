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A35BC-64D2-4585-BCDA-B519E00D6C18}" v="27" dt="2025-11-19T22:18:07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us pickett" userId="a574daec830427a9" providerId="LiveId" clId="{370A35BC-64D2-4585-BCDA-B519E00D6C18}"/>
    <pc:docChg chg="undo custSel modSld">
      <pc:chgData name="marcus pickett" userId="a574daec830427a9" providerId="LiveId" clId="{370A35BC-64D2-4585-BCDA-B519E00D6C18}" dt="2025-11-19T22:18:07.064" v="591" actId="255"/>
      <pc:docMkLst>
        <pc:docMk/>
      </pc:docMkLst>
      <pc:sldChg chg="addSp delSp modSp mod setBg">
        <pc:chgData name="marcus pickett" userId="a574daec830427a9" providerId="LiveId" clId="{370A35BC-64D2-4585-BCDA-B519E00D6C18}" dt="2025-11-19T22:18:07.064" v="591" actId="255"/>
        <pc:sldMkLst>
          <pc:docMk/>
          <pc:sldMk cId="1366164952" sldId="256"/>
        </pc:sldMkLst>
        <pc:spChg chg="mod">
          <ac:chgData name="marcus pickett" userId="a574daec830427a9" providerId="LiveId" clId="{370A35BC-64D2-4585-BCDA-B519E00D6C18}" dt="2025-11-19T20:46:50.199" v="336" actId="1076"/>
          <ac:spMkLst>
            <pc:docMk/>
            <pc:sldMk cId="1366164952" sldId="256"/>
            <ac:spMk id="2" creationId="{925A698C-1F12-4654-736C-ABF2D0AA1FCD}"/>
          </ac:spMkLst>
        </pc:spChg>
        <pc:spChg chg="mod">
          <ac:chgData name="marcus pickett" userId="a574daec830427a9" providerId="LiveId" clId="{370A35BC-64D2-4585-BCDA-B519E00D6C18}" dt="2025-11-19T22:18:07.064" v="591" actId="255"/>
          <ac:spMkLst>
            <pc:docMk/>
            <pc:sldMk cId="1366164952" sldId="256"/>
            <ac:spMk id="3" creationId="{6FFAC8E0-86FD-2D2A-7BB2-907699EBC676}"/>
          </ac:spMkLst>
        </pc:spChg>
        <pc:spChg chg="add">
          <ac:chgData name="marcus pickett" userId="a574daec830427a9" providerId="LiveId" clId="{370A35BC-64D2-4585-BCDA-B519E00D6C18}" dt="2025-11-19T20:46:23.351" v="331" actId="26606"/>
          <ac:spMkLst>
            <pc:docMk/>
            <pc:sldMk cId="1366164952" sldId="256"/>
            <ac:spMk id="10" creationId="{3559A5F2-8BE0-4998-A1E4-1B145465A981}"/>
          </ac:spMkLst>
        </pc:spChg>
        <pc:spChg chg="add">
          <ac:chgData name="marcus pickett" userId="a574daec830427a9" providerId="LiveId" clId="{370A35BC-64D2-4585-BCDA-B519E00D6C18}" dt="2025-11-19T20:46:23.351" v="331" actId="26606"/>
          <ac:spMkLst>
            <pc:docMk/>
            <pc:sldMk cId="1366164952" sldId="256"/>
            <ac:spMk id="12" creationId="{3A6596D4-D53C-424F-9F16-CC8686C079E0}"/>
          </ac:spMkLst>
        </pc:spChg>
        <pc:spChg chg="add">
          <ac:chgData name="marcus pickett" userId="a574daec830427a9" providerId="LiveId" clId="{370A35BC-64D2-4585-BCDA-B519E00D6C18}" dt="2025-11-19T20:46:23.351" v="331" actId="26606"/>
          <ac:spMkLst>
            <pc:docMk/>
            <pc:sldMk cId="1366164952" sldId="256"/>
            <ac:spMk id="18" creationId="{9772CABD-4211-42AA-B349-D4002E52F1EF}"/>
          </ac:spMkLst>
        </pc:spChg>
        <pc:spChg chg="add">
          <ac:chgData name="marcus pickett" userId="a574daec830427a9" providerId="LiveId" clId="{370A35BC-64D2-4585-BCDA-B519E00D6C18}" dt="2025-11-19T20:46:23.351" v="331" actId="26606"/>
          <ac:spMkLst>
            <pc:docMk/>
            <pc:sldMk cId="1366164952" sldId="256"/>
            <ac:spMk id="20" creationId="{BBD91630-4DBA-4294-8016-FEB5C3B0CED1}"/>
          </ac:spMkLst>
        </pc:spChg>
        <pc:spChg chg="add">
          <ac:chgData name="marcus pickett" userId="a574daec830427a9" providerId="LiveId" clId="{370A35BC-64D2-4585-BCDA-B519E00D6C18}" dt="2025-11-19T20:46:23.351" v="331" actId="26606"/>
          <ac:spMkLst>
            <pc:docMk/>
            <pc:sldMk cId="1366164952" sldId="256"/>
            <ac:spMk id="24" creationId="{8765DD1A-F044-4DE7-8A9B-7C30DC85A4AF}"/>
          </ac:spMkLst>
        </pc:spChg>
        <pc:spChg chg="add">
          <ac:chgData name="marcus pickett" userId="a574daec830427a9" providerId="LiveId" clId="{370A35BC-64D2-4585-BCDA-B519E00D6C18}" dt="2025-11-19T20:46:23.351" v="331" actId="26606"/>
          <ac:spMkLst>
            <pc:docMk/>
            <pc:sldMk cId="1366164952" sldId="256"/>
            <ac:spMk id="26" creationId="{2FE2170D-72D6-48A8-8E9A-BFF3BF03D032}"/>
          </ac:spMkLst>
        </pc:spChg>
        <pc:spChg chg="add">
          <ac:chgData name="marcus pickett" userId="a574daec830427a9" providerId="LiveId" clId="{370A35BC-64D2-4585-BCDA-B519E00D6C18}" dt="2025-11-19T20:46:23.351" v="331" actId="26606"/>
          <ac:spMkLst>
            <pc:docMk/>
            <pc:sldMk cId="1366164952" sldId="256"/>
            <ac:spMk id="28" creationId="{01D19436-094D-463D-AFEA-870FDBD03797}"/>
          </ac:spMkLst>
        </pc:spChg>
        <pc:spChg chg="add">
          <ac:chgData name="marcus pickett" userId="a574daec830427a9" providerId="LiveId" clId="{370A35BC-64D2-4585-BCDA-B519E00D6C18}" dt="2025-11-19T20:46:23.351" v="331" actId="26606"/>
          <ac:spMkLst>
            <pc:docMk/>
            <pc:sldMk cId="1366164952" sldId="256"/>
            <ac:spMk id="30" creationId="{9A2DE6E0-967C-4C58-8558-EC08F1138BD1}"/>
          </ac:spMkLst>
        </pc:spChg>
        <pc:picChg chg="add del mod ord">
          <ac:chgData name="marcus pickett" userId="a574daec830427a9" providerId="LiveId" clId="{370A35BC-64D2-4585-BCDA-B519E00D6C18}" dt="2025-11-19T20:45:50.479" v="329" actId="21"/>
          <ac:picMkLst>
            <pc:docMk/>
            <pc:sldMk cId="1366164952" sldId="256"/>
            <ac:picMk id="4" creationId="{F4992BB9-3A0F-D039-9D98-C807E4D99A45}"/>
          </ac:picMkLst>
        </pc:picChg>
        <pc:picChg chg="add mod">
          <ac:chgData name="marcus pickett" userId="a574daec830427a9" providerId="LiveId" clId="{370A35BC-64D2-4585-BCDA-B519E00D6C18}" dt="2025-11-19T20:46:32.449" v="333" actId="27614"/>
          <ac:picMkLst>
            <pc:docMk/>
            <pc:sldMk cId="1366164952" sldId="256"/>
            <ac:picMk id="5" creationId="{89C01C48-BB7B-DEFF-8CE4-FDEEB73AAC91}"/>
          </ac:picMkLst>
        </pc:picChg>
      </pc:sldChg>
      <pc:sldChg chg="addSp delSp modSp mod setBg setClrOvrMap">
        <pc:chgData name="marcus pickett" userId="a574daec830427a9" providerId="LiveId" clId="{370A35BC-64D2-4585-BCDA-B519E00D6C18}" dt="2025-11-19T21:12:56.805" v="508" actId="14100"/>
        <pc:sldMkLst>
          <pc:docMk/>
          <pc:sldMk cId="1650513885" sldId="257"/>
        </pc:sldMkLst>
        <pc:spChg chg="mod">
          <ac:chgData name="marcus pickett" userId="a574daec830427a9" providerId="LiveId" clId="{370A35BC-64D2-4585-BCDA-B519E00D6C18}" dt="2025-11-19T20:48:28.906" v="347" actId="1076"/>
          <ac:spMkLst>
            <pc:docMk/>
            <pc:sldMk cId="1650513885" sldId="257"/>
            <ac:spMk id="2" creationId="{97746A4D-3256-C5B0-AE44-2E4F966D6BEA}"/>
          </ac:spMkLst>
        </pc:spChg>
        <pc:spChg chg="mod">
          <ac:chgData name="marcus pickett" userId="a574daec830427a9" providerId="LiveId" clId="{370A35BC-64D2-4585-BCDA-B519E00D6C18}" dt="2025-11-19T21:12:56.805" v="508" actId="14100"/>
          <ac:spMkLst>
            <pc:docMk/>
            <pc:sldMk cId="1650513885" sldId="257"/>
            <ac:spMk id="3" creationId="{AB68BF46-E442-8DFC-42BD-9DC6C38E0C3F}"/>
          </ac:spMkLst>
        </pc:spChg>
        <pc:spChg chg="add del">
          <ac:chgData name="marcus pickett" userId="a574daec830427a9" providerId="LiveId" clId="{370A35BC-64D2-4585-BCDA-B519E00D6C18}" dt="2025-11-19T20:47:48.733" v="340" actId="26606"/>
          <ac:spMkLst>
            <pc:docMk/>
            <pc:sldMk cId="1650513885" sldId="257"/>
            <ac:spMk id="9" creationId="{D94A7024-D948-494D-8920-BBA2DA07D15B}"/>
          </ac:spMkLst>
        </pc:spChg>
        <pc:spChg chg="add">
          <ac:chgData name="marcus pickett" userId="a574daec830427a9" providerId="LiveId" clId="{370A35BC-64D2-4585-BCDA-B519E00D6C18}" dt="2025-11-19T20:47:48.735" v="341" actId="26606"/>
          <ac:spMkLst>
            <pc:docMk/>
            <pc:sldMk cId="1650513885" sldId="257"/>
            <ac:spMk id="11" creationId="{3BCB5F6A-9EB0-40B0-9D13-3023E9A20508}"/>
          </ac:spMkLst>
        </pc:spChg>
        <pc:picChg chg="add mod ord">
          <ac:chgData name="marcus pickett" userId="a574daec830427a9" providerId="LiveId" clId="{370A35BC-64D2-4585-BCDA-B519E00D6C18}" dt="2025-11-19T20:47:48.735" v="341" actId="26606"/>
          <ac:picMkLst>
            <pc:docMk/>
            <pc:sldMk cId="1650513885" sldId="257"/>
            <ac:picMk id="4" creationId="{D5B340C3-6669-89A8-874B-4D9C4920AC89}"/>
          </ac:picMkLst>
        </pc:picChg>
      </pc:sldChg>
      <pc:sldChg chg="addSp delSp modSp mod setBg setClrOvrMap">
        <pc:chgData name="marcus pickett" userId="a574daec830427a9" providerId="LiveId" clId="{370A35BC-64D2-4585-BCDA-B519E00D6C18}" dt="2025-11-19T20:58:57.153" v="411" actId="20577"/>
        <pc:sldMkLst>
          <pc:docMk/>
          <pc:sldMk cId="3723323238" sldId="258"/>
        </pc:sldMkLst>
        <pc:spChg chg="mod">
          <ac:chgData name="marcus pickett" userId="a574daec830427a9" providerId="LiveId" clId="{370A35BC-64D2-4585-BCDA-B519E00D6C18}" dt="2025-11-19T20:57:36.409" v="395" actId="26606"/>
          <ac:spMkLst>
            <pc:docMk/>
            <pc:sldMk cId="3723323238" sldId="258"/>
            <ac:spMk id="2" creationId="{3FAAC907-DCF3-938C-DD6F-F9F214C1A51B}"/>
          </ac:spMkLst>
        </pc:spChg>
        <pc:spChg chg="mod">
          <ac:chgData name="marcus pickett" userId="a574daec830427a9" providerId="LiveId" clId="{370A35BC-64D2-4585-BCDA-B519E00D6C18}" dt="2025-11-19T20:58:57.153" v="411" actId="20577"/>
          <ac:spMkLst>
            <pc:docMk/>
            <pc:sldMk cId="3723323238" sldId="258"/>
            <ac:spMk id="3" creationId="{78CFC4A5-44BB-F126-3C49-63009C032846}"/>
          </ac:spMkLst>
        </pc:spChg>
        <pc:spChg chg="add del">
          <ac:chgData name="marcus pickett" userId="a574daec830427a9" providerId="LiveId" clId="{370A35BC-64D2-4585-BCDA-B519E00D6C18}" dt="2025-11-19T20:52:32.436" v="354" actId="26606"/>
          <ac:spMkLst>
            <pc:docMk/>
            <pc:sldMk cId="3723323238" sldId="258"/>
            <ac:spMk id="9" creationId="{3BCB5F6A-9EB0-40B0-9D13-3023E9A20508}"/>
          </ac:spMkLst>
        </pc:spChg>
        <pc:spChg chg="add del">
          <ac:chgData name="marcus pickett" userId="a574daec830427a9" providerId="LiveId" clId="{370A35BC-64D2-4585-BCDA-B519E00D6C18}" dt="2025-11-19T20:53:36.062" v="360" actId="26606"/>
          <ac:spMkLst>
            <pc:docMk/>
            <pc:sldMk cId="3723323238" sldId="258"/>
            <ac:spMk id="14" creationId="{D94A7024-D948-494D-8920-BBA2DA07D15B}"/>
          </ac:spMkLst>
        </pc:spChg>
        <pc:spChg chg="add del">
          <ac:chgData name="marcus pickett" userId="a574daec830427a9" providerId="LiveId" clId="{370A35BC-64D2-4585-BCDA-B519E00D6C18}" dt="2025-11-19T20:53:36.055" v="359" actId="26606"/>
          <ac:spMkLst>
            <pc:docMk/>
            <pc:sldMk cId="3723323238" sldId="258"/>
            <ac:spMk id="19" creationId="{9F4444CE-BC8D-4D61-B303-4C05614E62AB}"/>
          </ac:spMkLst>
        </pc:spChg>
        <pc:spChg chg="add del">
          <ac:chgData name="marcus pickett" userId="a574daec830427a9" providerId="LiveId" clId="{370A35BC-64D2-4585-BCDA-B519E00D6C18}" dt="2025-11-19T20:53:36.055" v="359" actId="26606"/>
          <ac:spMkLst>
            <pc:docMk/>
            <pc:sldMk cId="3723323238" sldId="258"/>
            <ac:spMk id="21" creationId="{62423CA5-E2E1-4789-B759-9906C1C94063}"/>
          </ac:spMkLst>
        </pc:spChg>
        <pc:spChg chg="add del">
          <ac:chgData name="marcus pickett" userId="a574daec830427a9" providerId="LiveId" clId="{370A35BC-64D2-4585-BCDA-B519E00D6C18}" dt="2025-11-19T20:53:36.055" v="359" actId="26606"/>
          <ac:spMkLst>
            <pc:docMk/>
            <pc:sldMk cId="3723323238" sldId="258"/>
            <ac:spMk id="23" creationId="{73772B81-181F-48B7-8826-4D9686D15DF5}"/>
          </ac:spMkLst>
        </pc:spChg>
        <pc:spChg chg="add del">
          <ac:chgData name="marcus pickett" userId="a574daec830427a9" providerId="LiveId" clId="{370A35BC-64D2-4585-BCDA-B519E00D6C18}" dt="2025-11-19T20:53:36.055" v="359" actId="26606"/>
          <ac:spMkLst>
            <pc:docMk/>
            <pc:sldMk cId="3723323238" sldId="258"/>
            <ac:spMk id="25" creationId="{B2205F6E-03C6-4E92-877C-E2482F6599AA}"/>
          </ac:spMkLst>
        </pc:spChg>
        <pc:spChg chg="add del">
          <ac:chgData name="marcus pickett" userId="a574daec830427a9" providerId="LiveId" clId="{370A35BC-64D2-4585-BCDA-B519E00D6C18}" dt="2025-11-19T20:57:36.409" v="395" actId="26606"/>
          <ac:spMkLst>
            <pc:docMk/>
            <pc:sldMk cId="3723323238" sldId="258"/>
            <ac:spMk id="27" creationId="{3BCB5F6A-9EB0-40B0-9D13-3023E9A20508}"/>
          </ac:spMkLst>
        </pc:spChg>
        <pc:spChg chg="add del">
          <ac:chgData name="marcus pickett" userId="a574daec830427a9" providerId="LiveId" clId="{370A35BC-64D2-4585-BCDA-B519E00D6C18}" dt="2025-11-19T20:57:32.853" v="394" actId="26606"/>
          <ac:spMkLst>
            <pc:docMk/>
            <pc:sldMk cId="3723323238" sldId="258"/>
            <ac:spMk id="30" creationId="{3BCB5F6A-9EB0-40B0-9D13-3023E9A20508}"/>
          </ac:spMkLst>
        </pc:spChg>
        <pc:spChg chg="add">
          <ac:chgData name="marcus pickett" userId="a574daec830427a9" providerId="LiveId" clId="{370A35BC-64D2-4585-BCDA-B519E00D6C18}" dt="2025-11-19T20:57:36.409" v="395" actId="26606"/>
          <ac:spMkLst>
            <pc:docMk/>
            <pc:sldMk cId="3723323238" sldId="258"/>
            <ac:spMk id="31" creationId="{3BCB5F6A-9EB0-40B0-9D13-3023E9A20508}"/>
          </ac:spMkLst>
        </pc:spChg>
        <pc:spChg chg="add del">
          <ac:chgData name="marcus pickett" userId="a574daec830427a9" providerId="LiveId" clId="{370A35BC-64D2-4585-BCDA-B519E00D6C18}" dt="2025-11-19T20:54:40.147" v="366" actId="26606"/>
          <ac:spMkLst>
            <pc:docMk/>
            <pc:sldMk cId="3723323238" sldId="258"/>
            <ac:spMk id="33" creationId="{3BCB5F6A-9EB0-40B0-9D13-3023E9A20508}"/>
          </ac:spMkLst>
        </pc:spChg>
        <pc:spChg chg="add del">
          <ac:chgData name="marcus pickett" userId="a574daec830427a9" providerId="LiveId" clId="{370A35BC-64D2-4585-BCDA-B519E00D6C18}" dt="2025-11-19T20:55:34.959" v="377" actId="26606"/>
          <ac:spMkLst>
            <pc:docMk/>
            <pc:sldMk cId="3723323238" sldId="258"/>
            <ac:spMk id="36" creationId="{3F088236-D655-4F88-B238-E16762358025}"/>
          </ac:spMkLst>
        </pc:spChg>
        <pc:spChg chg="add del">
          <ac:chgData name="marcus pickett" userId="a574daec830427a9" providerId="LiveId" clId="{370A35BC-64D2-4585-BCDA-B519E00D6C18}" dt="2025-11-19T20:55:34.959" v="377" actId="26606"/>
          <ac:spMkLst>
            <pc:docMk/>
            <pc:sldMk cId="3723323238" sldId="258"/>
            <ac:spMk id="38" creationId="{3DAC0C92-199E-475C-9390-119A9B027276}"/>
          </ac:spMkLst>
        </pc:spChg>
        <pc:spChg chg="add del">
          <ac:chgData name="marcus pickett" userId="a574daec830427a9" providerId="LiveId" clId="{370A35BC-64D2-4585-BCDA-B519E00D6C18}" dt="2025-11-19T20:55:34.959" v="377" actId="26606"/>
          <ac:spMkLst>
            <pc:docMk/>
            <pc:sldMk cId="3723323238" sldId="258"/>
            <ac:spMk id="40" creationId="{C4CFB339-0ED8-4FE2-9EF1-6D1375B8499B}"/>
          </ac:spMkLst>
        </pc:spChg>
        <pc:spChg chg="add del">
          <ac:chgData name="marcus pickett" userId="a574daec830427a9" providerId="LiveId" clId="{370A35BC-64D2-4585-BCDA-B519E00D6C18}" dt="2025-11-19T20:55:34.959" v="377" actId="26606"/>
          <ac:spMkLst>
            <pc:docMk/>
            <pc:sldMk cId="3723323238" sldId="258"/>
            <ac:spMk id="42" creationId="{31896C80-2069-4431-9C19-83B913734490}"/>
          </ac:spMkLst>
        </pc:spChg>
        <pc:spChg chg="add del">
          <ac:chgData name="marcus pickett" userId="a574daec830427a9" providerId="LiveId" clId="{370A35BC-64D2-4585-BCDA-B519E00D6C18}" dt="2025-11-19T20:55:34.959" v="377" actId="26606"/>
          <ac:spMkLst>
            <pc:docMk/>
            <pc:sldMk cId="3723323238" sldId="258"/>
            <ac:spMk id="44" creationId="{BF120A21-0841-4823-B0C4-28AEBCEF9B78}"/>
          </ac:spMkLst>
        </pc:spChg>
        <pc:spChg chg="add del">
          <ac:chgData name="marcus pickett" userId="a574daec830427a9" providerId="LiveId" clId="{370A35BC-64D2-4585-BCDA-B519E00D6C18}" dt="2025-11-19T20:55:34.959" v="377" actId="26606"/>
          <ac:spMkLst>
            <pc:docMk/>
            <pc:sldMk cId="3723323238" sldId="258"/>
            <ac:spMk id="46" creationId="{DBB05BAE-BBD3-4289-899F-A6851503C6B0}"/>
          </ac:spMkLst>
        </pc:spChg>
        <pc:spChg chg="add del">
          <ac:chgData name="marcus pickett" userId="a574daec830427a9" providerId="LiveId" clId="{370A35BC-64D2-4585-BCDA-B519E00D6C18}" dt="2025-11-19T20:55:34.959" v="377" actId="26606"/>
          <ac:spMkLst>
            <pc:docMk/>
            <pc:sldMk cId="3723323238" sldId="258"/>
            <ac:spMk id="48" creationId="{9874D11C-36F5-4BBE-A490-019A54E953B0}"/>
          </ac:spMkLst>
        </pc:spChg>
        <pc:picChg chg="add del mod ord">
          <ac:chgData name="marcus pickett" userId="a574daec830427a9" providerId="LiveId" clId="{370A35BC-64D2-4585-BCDA-B519E00D6C18}" dt="2025-11-19T20:54:02.182" v="364" actId="478"/>
          <ac:picMkLst>
            <pc:docMk/>
            <pc:sldMk cId="3723323238" sldId="258"/>
            <ac:picMk id="4" creationId="{C808CA72-BA9C-5654-D04A-D4209758F05E}"/>
          </ac:picMkLst>
        </pc:picChg>
        <pc:picChg chg="add mod">
          <ac:chgData name="marcus pickett" userId="a574daec830427a9" providerId="LiveId" clId="{370A35BC-64D2-4585-BCDA-B519E00D6C18}" dt="2025-11-19T20:54:58.560" v="371" actId="14100"/>
          <ac:picMkLst>
            <pc:docMk/>
            <pc:sldMk cId="3723323238" sldId="258"/>
            <ac:picMk id="5" creationId="{9A51CE29-F7BC-49A5-F8B4-A777DBE95C23}"/>
          </ac:picMkLst>
        </pc:picChg>
        <pc:picChg chg="add del mod">
          <ac:chgData name="marcus pickett" userId="a574daec830427a9" providerId="LiveId" clId="{370A35BC-64D2-4585-BCDA-B519E00D6C18}" dt="2025-11-19T20:55:38.086" v="378" actId="478"/>
          <ac:picMkLst>
            <pc:docMk/>
            <pc:sldMk cId="3723323238" sldId="258"/>
            <ac:picMk id="6" creationId="{988A112B-5CDC-7C01-17DA-B8D90DEBEB6F}"/>
          </ac:picMkLst>
        </pc:picChg>
        <pc:picChg chg="add mod">
          <ac:chgData name="marcus pickett" userId="a574daec830427a9" providerId="LiveId" clId="{370A35BC-64D2-4585-BCDA-B519E00D6C18}" dt="2025-11-19T20:57:36.409" v="395" actId="26606"/>
          <ac:picMkLst>
            <pc:docMk/>
            <pc:sldMk cId="3723323238" sldId="258"/>
            <ac:picMk id="7" creationId="{97EC373E-33FC-10F0-820C-15D348A4E398}"/>
          </ac:picMkLst>
        </pc:picChg>
        <pc:picChg chg="add del">
          <ac:chgData name="marcus pickett" userId="a574daec830427a9" providerId="LiveId" clId="{370A35BC-64D2-4585-BCDA-B519E00D6C18}" dt="2025-11-19T20:54:40.147" v="366" actId="26606"/>
          <ac:picMkLst>
            <pc:docMk/>
            <pc:sldMk cId="3723323238" sldId="258"/>
            <ac:picMk id="29" creationId="{31C109D8-C5CC-F6B3-93B0-35C15FF2DB23}"/>
          </ac:picMkLst>
        </pc:picChg>
      </pc:sldChg>
      <pc:sldChg chg="addSp delSp modSp mod setBg setClrOvrMap">
        <pc:chgData name="marcus pickett" userId="a574daec830427a9" providerId="LiveId" clId="{370A35BC-64D2-4585-BCDA-B519E00D6C18}" dt="2025-11-19T21:15:35.015" v="581" actId="20577"/>
        <pc:sldMkLst>
          <pc:docMk/>
          <pc:sldMk cId="1969070169" sldId="259"/>
        </pc:sldMkLst>
        <pc:spChg chg="mod">
          <ac:chgData name="marcus pickett" userId="a574daec830427a9" providerId="LiveId" clId="{370A35BC-64D2-4585-BCDA-B519E00D6C18}" dt="2025-11-19T21:00:16.702" v="419" actId="26606"/>
          <ac:spMkLst>
            <pc:docMk/>
            <pc:sldMk cId="1969070169" sldId="259"/>
            <ac:spMk id="2" creationId="{090C6081-3D9F-A116-60C7-4C27A351C939}"/>
          </ac:spMkLst>
        </pc:spChg>
        <pc:spChg chg="mod">
          <ac:chgData name="marcus pickett" userId="a574daec830427a9" providerId="LiveId" clId="{370A35BC-64D2-4585-BCDA-B519E00D6C18}" dt="2025-11-19T21:15:35.015" v="581" actId="20577"/>
          <ac:spMkLst>
            <pc:docMk/>
            <pc:sldMk cId="1969070169" sldId="259"/>
            <ac:spMk id="3" creationId="{8BDE9473-F8FA-CEDD-8A47-7C7D8CE8B3C8}"/>
          </ac:spMkLst>
        </pc:spChg>
        <pc:spChg chg="add del">
          <ac:chgData name="marcus pickett" userId="a574daec830427a9" providerId="LiveId" clId="{370A35BC-64D2-4585-BCDA-B519E00D6C18}" dt="2025-11-19T21:00:16.702" v="419" actId="26606"/>
          <ac:spMkLst>
            <pc:docMk/>
            <pc:sldMk cId="1969070169" sldId="259"/>
            <ac:spMk id="9" creationId="{3BCB5F6A-9EB0-40B0-9D13-3023E9A20508}"/>
          </ac:spMkLst>
        </pc:spChg>
        <pc:spChg chg="add">
          <ac:chgData name="marcus pickett" userId="a574daec830427a9" providerId="LiveId" clId="{370A35BC-64D2-4585-BCDA-B519E00D6C18}" dt="2025-11-19T21:00:16.702" v="419" actId="26606"/>
          <ac:spMkLst>
            <pc:docMk/>
            <pc:sldMk cId="1969070169" sldId="259"/>
            <ac:spMk id="14" creationId="{D94A7024-D948-494D-8920-BBA2DA07D15B}"/>
          </ac:spMkLst>
        </pc:spChg>
        <pc:picChg chg="add mod ord">
          <ac:chgData name="marcus pickett" userId="a574daec830427a9" providerId="LiveId" clId="{370A35BC-64D2-4585-BCDA-B519E00D6C18}" dt="2025-11-19T21:00:16.702" v="419" actId="26606"/>
          <ac:picMkLst>
            <pc:docMk/>
            <pc:sldMk cId="1969070169" sldId="259"/>
            <ac:picMk id="4" creationId="{008EEC87-AD20-49BA-7001-09456B91447A}"/>
          </ac:picMkLst>
        </pc:picChg>
      </pc:sldChg>
      <pc:sldChg chg="addSp delSp modSp mod setBg setClrOvrMap">
        <pc:chgData name="marcus pickett" userId="a574daec830427a9" providerId="LiveId" clId="{370A35BC-64D2-4585-BCDA-B519E00D6C18}" dt="2025-11-19T21:16:13.392" v="585" actId="27636"/>
        <pc:sldMkLst>
          <pc:docMk/>
          <pc:sldMk cId="2091035091" sldId="260"/>
        </pc:sldMkLst>
        <pc:spChg chg="mod">
          <ac:chgData name="marcus pickett" userId="a574daec830427a9" providerId="LiveId" clId="{370A35BC-64D2-4585-BCDA-B519E00D6C18}" dt="2025-11-19T21:02:03.792" v="428" actId="26606"/>
          <ac:spMkLst>
            <pc:docMk/>
            <pc:sldMk cId="2091035091" sldId="260"/>
            <ac:spMk id="2" creationId="{6279F780-475F-4B0D-4C7B-849BAC1E124A}"/>
          </ac:spMkLst>
        </pc:spChg>
        <pc:spChg chg="mod">
          <ac:chgData name="marcus pickett" userId="a574daec830427a9" providerId="LiveId" clId="{370A35BC-64D2-4585-BCDA-B519E00D6C18}" dt="2025-11-19T21:16:13.392" v="585" actId="27636"/>
          <ac:spMkLst>
            <pc:docMk/>
            <pc:sldMk cId="2091035091" sldId="260"/>
            <ac:spMk id="3" creationId="{174C8983-A386-543D-2F65-027CD376B8E6}"/>
          </ac:spMkLst>
        </pc:spChg>
        <pc:spChg chg="add del">
          <ac:chgData name="marcus pickett" userId="a574daec830427a9" providerId="LiveId" clId="{370A35BC-64D2-4585-BCDA-B519E00D6C18}" dt="2025-11-19T21:01:56.122" v="425" actId="26606"/>
          <ac:spMkLst>
            <pc:docMk/>
            <pc:sldMk cId="2091035091" sldId="260"/>
            <ac:spMk id="9" creationId="{3BCB5F6A-9EB0-40B0-9D13-3023E9A20508}"/>
          </ac:spMkLst>
        </pc:spChg>
        <pc:spChg chg="add del">
          <ac:chgData name="marcus pickett" userId="a574daec830427a9" providerId="LiveId" clId="{370A35BC-64D2-4585-BCDA-B519E00D6C18}" dt="2025-11-19T21:02:03.790" v="427" actId="26606"/>
          <ac:spMkLst>
            <pc:docMk/>
            <pc:sldMk cId="2091035091" sldId="260"/>
            <ac:spMk id="11" creationId="{D94A7024-D948-494D-8920-BBA2DA07D15B}"/>
          </ac:spMkLst>
        </pc:spChg>
        <pc:spChg chg="add">
          <ac:chgData name="marcus pickett" userId="a574daec830427a9" providerId="LiveId" clId="{370A35BC-64D2-4585-BCDA-B519E00D6C18}" dt="2025-11-19T21:02:03.792" v="428" actId="26606"/>
          <ac:spMkLst>
            <pc:docMk/>
            <pc:sldMk cId="2091035091" sldId="260"/>
            <ac:spMk id="13" creationId="{3BCB5F6A-9EB0-40B0-9D13-3023E9A20508}"/>
          </ac:spMkLst>
        </pc:spChg>
        <pc:picChg chg="add mod ord">
          <ac:chgData name="marcus pickett" userId="a574daec830427a9" providerId="LiveId" clId="{370A35BC-64D2-4585-BCDA-B519E00D6C18}" dt="2025-11-19T21:02:03.792" v="428" actId="26606"/>
          <ac:picMkLst>
            <pc:docMk/>
            <pc:sldMk cId="2091035091" sldId="260"/>
            <ac:picMk id="4" creationId="{19A6B484-AB94-A2BD-C944-152D791D9B08}"/>
          </ac:picMkLst>
        </pc:picChg>
      </pc:sldChg>
      <pc:sldChg chg="addSp modSp mod setBg setClrOvrMap">
        <pc:chgData name="marcus pickett" userId="a574daec830427a9" providerId="LiveId" clId="{370A35BC-64D2-4585-BCDA-B519E00D6C18}" dt="2025-11-19T21:03:53.263" v="443" actId="255"/>
        <pc:sldMkLst>
          <pc:docMk/>
          <pc:sldMk cId="2566856136" sldId="261"/>
        </pc:sldMkLst>
        <pc:spChg chg="mod">
          <ac:chgData name="marcus pickett" userId="a574daec830427a9" providerId="LiveId" clId="{370A35BC-64D2-4585-BCDA-B519E00D6C18}" dt="2025-11-19T21:03:44.916" v="442" actId="26606"/>
          <ac:spMkLst>
            <pc:docMk/>
            <pc:sldMk cId="2566856136" sldId="261"/>
            <ac:spMk id="2" creationId="{E67DD026-ACB6-0229-5E00-9B3F5EDCD3C5}"/>
          </ac:spMkLst>
        </pc:spChg>
        <pc:spChg chg="mod">
          <ac:chgData name="marcus pickett" userId="a574daec830427a9" providerId="LiveId" clId="{370A35BC-64D2-4585-BCDA-B519E00D6C18}" dt="2025-11-19T21:03:53.263" v="443" actId="255"/>
          <ac:spMkLst>
            <pc:docMk/>
            <pc:sldMk cId="2566856136" sldId="261"/>
            <ac:spMk id="3" creationId="{C4F98002-160D-E7D0-555C-0EB4A7B78665}"/>
          </ac:spMkLst>
        </pc:spChg>
        <pc:spChg chg="add">
          <ac:chgData name="marcus pickett" userId="a574daec830427a9" providerId="LiveId" clId="{370A35BC-64D2-4585-BCDA-B519E00D6C18}" dt="2025-11-19T21:03:44.916" v="442" actId="26606"/>
          <ac:spMkLst>
            <pc:docMk/>
            <pc:sldMk cId="2566856136" sldId="261"/>
            <ac:spMk id="9" creationId="{D94A7024-D948-494D-8920-BBA2DA07D15B}"/>
          </ac:spMkLst>
        </pc:spChg>
        <pc:picChg chg="add mod ord">
          <ac:chgData name="marcus pickett" userId="a574daec830427a9" providerId="LiveId" clId="{370A35BC-64D2-4585-BCDA-B519E00D6C18}" dt="2025-11-19T21:03:44.916" v="442" actId="26606"/>
          <ac:picMkLst>
            <pc:docMk/>
            <pc:sldMk cId="2566856136" sldId="261"/>
            <ac:picMk id="4" creationId="{AE3615FF-8BAC-B4B8-2C0F-70B088608E55}"/>
          </ac:picMkLst>
        </pc:picChg>
      </pc:sldChg>
      <pc:sldChg chg="addSp modSp mod setBg setClrOvrMap">
        <pc:chgData name="marcus pickett" userId="a574daec830427a9" providerId="LiveId" clId="{370A35BC-64D2-4585-BCDA-B519E00D6C18}" dt="2025-11-19T21:24:18.102" v="590" actId="20577"/>
        <pc:sldMkLst>
          <pc:docMk/>
          <pc:sldMk cId="3280923450" sldId="262"/>
        </pc:sldMkLst>
        <pc:spChg chg="mod">
          <ac:chgData name="marcus pickett" userId="a574daec830427a9" providerId="LiveId" clId="{370A35BC-64D2-4585-BCDA-B519E00D6C18}" dt="2025-11-19T21:07:30.512" v="476" actId="1076"/>
          <ac:spMkLst>
            <pc:docMk/>
            <pc:sldMk cId="3280923450" sldId="262"/>
            <ac:spMk id="2" creationId="{7F29CE04-FC04-6CF6-176B-8D945F585D39}"/>
          </ac:spMkLst>
        </pc:spChg>
        <pc:spChg chg="mod">
          <ac:chgData name="marcus pickett" userId="a574daec830427a9" providerId="LiveId" clId="{370A35BC-64D2-4585-BCDA-B519E00D6C18}" dt="2025-11-19T21:24:18.102" v="590" actId="20577"/>
          <ac:spMkLst>
            <pc:docMk/>
            <pc:sldMk cId="3280923450" sldId="262"/>
            <ac:spMk id="3" creationId="{D607F8A9-DD34-8944-2232-F7371DC03EE8}"/>
          </ac:spMkLst>
        </pc:spChg>
        <pc:spChg chg="add">
          <ac:chgData name="marcus pickett" userId="a574daec830427a9" providerId="LiveId" clId="{370A35BC-64D2-4585-BCDA-B519E00D6C18}" dt="2025-11-19T21:06:03.994" v="446" actId="26606"/>
          <ac:spMkLst>
            <pc:docMk/>
            <pc:sldMk cId="3280923450" sldId="262"/>
            <ac:spMk id="10" creationId="{3BCB5F6A-9EB0-40B0-9D13-3023E9A20508}"/>
          </ac:spMkLst>
        </pc:spChg>
        <pc:picChg chg="add">
          <ac:chgData name="marcus pickett" userId="a574daec830427a9" providerId="LiveId" clId="{370A35BC-64D2-4585-BCDA-B519E00D6C18}" dt="2025-11-19T21:05:30.927" v="444"/>
          <ac:picMkLst>
            <pc:docMk/>
            <pc:sldMk cId="3280923450" sldId="262"/>
            <ac:picMk id="4" creationId="{66F4084B-D88D-B8BD-865E-33EB6380935E}"/>
          </ac:picMkLst>
        </pc:picChg>
        <pc:picChg chg="add mod">
          <ac:chgData name="marcus pickett" userId="a574daec830427a9" providerId="LiveId" clId="{370A35BC-64D2-4585-BCDA-B519E00D6C18}" dt="2025-11-19T21:06:03.994" v="446" actId="26606"/>
          <ac:picMkLst>
            <pc:docMk/>
            <pc:sldMk cId="3280923450" sldId="262"/>
            <ac:picMk id="5" creationId="{31EB29F8-50C6-952D-F8E7-5AF8EB7D59D6}"/>
          </ac:picMkLst>
        </pc:picChg>
      </pc:sldChg>
      <pc:sldChg chg="addSp delSp modSp mod setBg setClrOvrMap">
        <pc:chgData name="marcus pickett" userId="a574daec830427a9" providerId="LiveId" clId="{370A35BC-64D2-4585-BCDA-B519E00D6C18}" dt="2025-11-19T21:10:14.763" v="495" actId="255"/>
        <pc:sldMkLst>
          <pc:docMk/>
          <pc:sldMk cId="3866502861" sldId="264"/>
        </pc:sldMkLst>
        <pc:spChg chg="mod">
          <ac:chgData name="marcus pickett" userId="a574daec830427a9" providerId="LiveId" clId="{370A35BC-64D2-4585-BCDA-B519E00D6C18}" dt="2025-11-19T21:09:06.406" v="482" actId="26606"/>
          <ac:spMkLst>
            <pc:docMk/>
            <pc:sldMk cId="3866502861" sldId="264"/>
            <ac:spMk id="2" creationId="{A782E246-EEE7-7757-9373-391252C06DDF}"/>
          </ac:spMkLst>
        </pc:spChg>
        <pc:spChg chg="mod">
          <ac:chgData name="marcus pickett" userId="a574daec830427a9" providerId="LiveId" clId="{370A35BC-64D2-4585-BCDA-B519E00D6C18}" dt="2025-11-19T21:10:14.763" v="495" actId="255"/>
          <ac:spMkLst>
            <pc:docMk/>
            <pc:sldMk cId="3866502861" sldId="264"/>
            <ac:spMk id="3" creationId="{FE6449BD-5ACA-C301-8CDD-65D63EEF2F41}"/>
          </ac:spMkLst>
        </pc:spChg>
        <pc:spChg chg="add del">
          <ac:chgData name="marcus pickett" userId="a574daec830427a9" providerId="LiveId" clId="{370A35BC-64D2-4585-BCDA-B519E00D6C18}" dt="2025-11-19T21:08:26.964" v="479" actId="26606"/>
          <ac:spMkLst>
            <pc:docMk/>
            <pc:sldMk cId="3866502861" sldId="264"/>
            <ac:spMk id="9" creationId="{D94A7024-D948-494D-8920-BBA2DA07D15B}"/>
          </ac:spMkLst>
        </pc:spChg>
        <pc:spChg chg="add">
          <ac:chgData name="marcus pickett" userId="a574daec830427a9" providerId="LiveId" clId="{370A35BC-64D2-4585-BCDA-B519E00D6C18}" dt="2025-11-19T21:09:06.406" v="482" actId="26606"/>
          <ac:spMkLst>
            <pc:docMk/>
            <pc:sldMk cId="3866502861" sldId="264"/>
            <ac:spMk id="11" creationId="{D94A7024-D948-494D-8920-BBA2DA07D15B}"/>
          </ac:spMkLst>
        </pc:spChg>
        <pc:picChg chg="add mod ord">
          <ac:chgData name="marcus pickett" userId="a574daec830427a9" providerId="LiveId" clId="{370A35BC-64D2-4585-BCDA-B519E00D6C18}" dt="2025-11-19T21:08:26.964" v="479" actId="26606"/>
          <ac:picMkLst>
            <pc:docMk/>
            <pc:sldMk cId="3866502861" sldId="264"/>
            <ac:picMk id="4" creationId="{D40F9127-44EB-AADE-92C8-3C296FE8D363}"/>
          </ac:picMkLst>
        </pc:picChg>
        <pc:picChg chg="add">
          <ac:chgData name="marcus pickett" userId="a574daec830427a9" providerId="LiveId" clId="{370A35BC-64D2-4585-BCDA-B519E00D6C18}" dt="2025-11-19T21:08:41.072" v="480"/>
          <ac:picMkLst>
            <pc:docMk/>
            <pc:sldMk cId="3866502861" sldId="264"/>
            <ac:picMk id="5" creationId="{67F3F128-A1A0-1CD7-FFEC-11ED1DA51641}"/>
          </ac:picMkLst>
        </pc:picChg>
        <pc:picChg chg="add mod ord">
          <ac:chgData name="marcus pickett" userId="a574daec830427a9" providerId="LiveId" clId="{370A35BC-64D2-4585-BCDA-B519E00D6C18}" dt="2025-11-19T21:09:30.499" v="484" actId="27614"/>
          <ac:picMkLst>
            <pc:docMk/>
            <pc:sldMk cId="3866502861" sldId="264"/>
            <ac:picMk id="6" creationId="{B7BC0381-A6AB-0DC9-48A2-CCFD0E440DE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uvLUJev1F20&amp;utm_source=chatgpt.com" TargetMode="External"/><Relationship Id="rId3" Type="http://schemas.openxmlformats.org/officeDocument/2006/relationships/hyperlink" Target="https://www.allaboutbirds.org/guide/Barrows_Goldeneye/id?utm_source=chatgpt.com" TargetMode="External"/><Relationship Id="rId7" Type="http://schemas.openxmlformats.org/officeDocument/2006/relationships/hyperlink" Target="https://www.youtube.com/watch?v=WXsD0ZgxjRw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llaboutbirds.org/guide/Wood_Duck/photo-gallery" TargetMode="External"/><Relationship Id="rId5" Type="http://schemas.openxmlformats.org/officeDocument/2006/relationships/hyperlink" Target="https://www.allaboutbirds.org/guide/Hooded_Merganser/id" TargetMode="External"/><Relationship Id="rId4" Type="http://schemas.openxmlformats.org/officeDocument/2006/relationships/hyperlink" Target="https://www.allaboutbirds.org/guide/Harlequin_Duck/id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uck swimming in water&#10;&#10;AI-generated content may be incorrect.">
            <a:extLst>
              <a:ext uri="{FF2B5EF4-FFF2-40B4-BE49-F238E27FC236}">
                <a16:creationId xmlns:a16="http://schemas.microsoft.com/office/drawing/2014/main" id="{89C01C48-BB7B-DEFF-8CE4-FDEEB73AAC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4502" b="17317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559A5F2-8BE0-4998-A1E4-1B145465A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A6596D4-D53C-424F-9F16-CC8686C07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84541" y="0"/>
            <a:ext cx="7315200" cy="6858000"/>
          </a:xfrm>
          <a:prstGeom prst="parallelogram">
            <a:avLst>
              <a:gd name="adj" fmla="val 14937"/>
            </a:avLst>
          </a:prstGeom>
          <a:solidFill>
            <a:schemeClr val="tx1">
              <a:alpha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BB890B-70D4-42FE-A599-6AEF1A42D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42D646-B58C-43C8-8152-01BC782B7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9772CABD-4211-42AA-B349-D4002E52F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BBD91630-4DBA-4294-8016-FEB5C3B0C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67D1587-504D-41BC-9D48-B61257BFB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A698C-1F12-4654-736C-ABF2D0AA1F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7468" y="36403"/>
            <a:ext cx="4569803" cy="2369131"/>
          </a:xfrm>
        </p:spPr>
        <p:txBody>
          <a:bodyPr>
            <a:normAutofit/>
          </a:bodyPr>
          <a:lstStyle/>
          <a:p>
            <a:pPr algn="ctr"/>
            <a:r>
              <a:rPr lang="en-US"/>
              <a:t>Duck Identifier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AC8E0-86FD-2D2A-7BB2-907699EBC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8300" y="2679232"/>
            <a:ext cx="4573037" cy="1096899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Liam Dyer &amp; Marcus Pickett</a:t>
            </a:r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8765DD1A-F044-4DE7-8A9B-7C30DC85A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2FE2170D-72D6-48A8-8E9A-BFF3BF03D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01D19436-094D-463D-AFEA-870FDBD0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A2DE6E0-967C-4C58-8558-EC08F1138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64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6A4D-3256-C5B0-AE44-2E4F966D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232290"/>
            <a:ext cx="3737268" cy="1320800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8BF46-E442-8DFC-42BD-9DC6C38E0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892690"/>
            <a:ext cx="4429737" cy="4300412"/>
          </a:xfrm>
        </p:spPr>
        <p:txBody>
          <a:bodyPr>
            <a:noAutofit/>
          </a:bodyPr>
          <a:lstStyle/>
          <a:p>
            <a:r>
              <a:rPr lang="en-US" sz="2800"/>
              <a:t>An IOS app that can identify Newfoundland's wild ducks</a:t>
            </a:r>
          </a:p>
          <a:p>
            <a:r>
              <a:rPr lang="en-US" sz="2800"/>
              <a:t>A built in GPS with a waypoint pin system </a:t>
            </a:r>
          </a:p>
          <a:p>
            <a:r>
              <a:rPr lang="en-US" sz="2800"/>
              <a:t>A database of Newfoundland’s duck species information and guides.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340C3-6669-89A8-874B-4D9C4920AC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48" r="1875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13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AC907-DCF3-938C-DD6F-F9F214C1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en-US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FC4A5-44BB-F126-3C49-63009C032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1270000"/>
            <a:ext cx="4839312" cy="3880773"/>
          </a:xfrm>
        </p:spPr>
        <p:txBody>
          <a:bodyPr>
            <a:noAutofit/>
          </a:bodyPr>
          <a:lstStyle/>
          <a:p>
            <a:r>
              <a:rPr lang="en-US" sz="2800"/>
              <a:t>Being a duck Hunter, you must: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Keep track of where you are travelling and how to return safely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Remember the best hunting locations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Identify the duck/ducks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Know the weather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800"/>
          </a:p>
          <a:p>
            <a:pPr marL="457200" lvl="1" indent="0">
              <a:buNone/>
            </a:pPr>
            <a:r>
              <a:rPr lang="en-US" sz="280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EC373E-33FC-10F0-820C-15D348A4E3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36" r="13464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23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94A7024-D948-494D-8920-BBA2DA07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8EEC87-AD20-49BA-7001-09456B91447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</a:blip>
          <a:srcRect t="11975" b="130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0C6081-3D9F-A116-60C7-4C27A351C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E9473-F8FA-CEDD-8A47-7C7D8CE8B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App creation on IOS</a:t>
            </a:r>
          </a:p>
          <a:p>
            <a:r>
              <a:rPr lang="en-US" sz="2800">
                <a:solidFill>
                  <a:srgbClr val="FFFFFF"/>
                </a:solidFill>
              </a:rPr>
              <a:t>Create a database of ducks and the information about each species</a:t>
            </a:r>
          </a:p>
          <a:p>
            <a:r>
              <a:rPr lang="en-US" sz="2800">
                <a:solidFill>
                  <a:srgbClr val="FFFFFF"/>
                </a:solidFill>
              </a:rPr>
              <a:t>Teaching a ML vision model to identify pictures taken of ducks</a:t>
            </a:r>
          </a:p>
          <a:p>
            <a:r>
              <a:rPr lang="en-US" sz="2800">
                <a:solidFill>
                  <a:srgbClr val="FFFFFF"/>
                </a:solidFill>
              </a:rPr>
              <a:t>Implementing a GPS API with integrated pin-points to track hunting locations</a:t>
            </a:r>
          </a:p>
          <a:p>
            <a:r>
              <a:rPr lang="en-US" sz="2800">
                <a:solidFill>
                  <a:srgbClr val="FFFFFF"/>
                </a:solidFill>
              </a:rPr>
              <a:t>Implementing a weather API</a:t>
            </a:r>
          </a:p>
        </p:txBody>
      </p:sp>
    </p:spTree>
    <p:extLst>
      <p:ext uri="{BB962C8B-B14F-4D97-AF65-F5344CB8AC3E}">
        <p14:creationId xmlns:p14="http://schemas.microsoft.com/office/powerpoint/2010/main" val="19690701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9F780-475F-4B0D-4C7B-849BAC1E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en-US"/>
              <a:t>Courses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C8983-A386-543D-2F65-027CD376B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1488612"/>
            <a:ext cx="4064439" cy="511059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sz="3000"/>
              <a:t>Databases </a:t>
            </a:r>
          </a:p>
          <a:p>
            <a:pPr>
              <a:lnSpc>
                <a:spcPct val="120000"/>
              </a:lnSpc>
            </a:pPr>
            <a:r>
              <a:rPr lang="en-US" sz="3000"/>
              <a:t>Software Engineering </a:t>
            </a:r>
          </a:p>
          <a:p>
            <a:pPr>
              <a:lnSpc>
                <a:spcPct val="120000"/>
              </a:lnSpc>
            </a:pPr>
            <a:r>
              <a:rPr lang="en-US" sz="3000"/>
              <a:t>iPhone Application Development </a:t>
            </a:r>
          </a:p>
          <a:p>
            <a:pPr>
              <a:lnSpc>
                <a:spcPct val="120000"/>
              </a:lnSpc>
            </a:pPr>
            <a:r>
              <a:rPr lang="en-US" sz="3000"/>
              <a:t>Computer Graphics and Game Development </a:t>
            </a:r>
          </a:p>
          <a:p>
            <a:pPr>
              <a:lnSpc>
                <a:spcPct val="120000"/>
              </a:lnSpc>
            </a:pPr>
            <a:r>
              <a:rPr lang="en-US" sz="3000"/>
              <a:t>Project Management &amp; Financial Analysis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A6B484-AB94-A2BD-C944-152D791D9B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25" r="17675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35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4A7024-D948-494D-8920-BBA2DA07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3615FF-8BAC-B4B8-2C0F-70B088608E5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</a:blip>
          <a:srcRect t="11293" b="1370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7DD026-ACB6-0229-5E00-9B3F5EDCD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/>
              <a:t>Secondary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98002-160D-E7D0-555C-0EB4A7B78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Only one similar app Ducks Unlimited that has a 2/5-star rating with no support or info on Canadian duck hunting.</a:t>
            </a:r>
          </a:p>
          <a:p>
            <a:r>
              <a:rPr lang="en-US" sz="2800">
                <a:solidFill>
                  <a:srgbClr val="FFFFFF"/>
                </a:solidFill>
              </a:rPr>
              <a:t>APIs for beginners by YouTube channel freeCodeCamp.org</a:t>
            </a:r>
          </a:p>
          <a:p>
            <a:r>
              <a:rPr lang="en-US" sz="2800">
                <a:solidFill>
                  <a:srgbClr val="FFFFFF"/>
                </a:solidFill>
              </a:rPr>
              <a:t>How to Make an App in 8 Days (2025 Full Tutorial) by YouTube channel CodeWithChris</a:t>
            </a:r>
          </a:p>
        </p:txBody>
      </p:sp>
    </p:spTree>
    <p:extLst>
      <p:ext uri="{BB962C8B-B14F-4D97-AF65-F5344CB8AC3E}">
        <p14:creationId xmlns:p14="http://schemas.microsoft.com/office/powerpoint/2010/main" val="2566856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9CE04-FC04-6CF6-176B-8D945F58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434" y="514350"/>
            <a:ext cx="3737268" cy="1320800"/>
          </a:xfrm>
        </p:spPr>
        <p:txBody>
          <a:bodyPr>
            <a:normAutofit/>
          </a:bodyPr>
          <a:lstStyle/>
          <a:p>
            <a:r>
              <a:rPr lang="en-US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7F8A9-DD34-8944-2232-F7371DC03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6212" y="1312863"/>
            <a:ext cx="4381856" cy="5182827"/>
          </a:xfrm>
        </p:spPr>
        <p:txBody>
          <a:bodyPr>
            <a:noAutofit/>
          </a:bodyPr>
          <a:lstStyle/>
          <a:p>
            <a:r>
              <a:rPr lang="en-US" sz="2800"/>
              <a:t>The goals that need to be met to succeed: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Keep on track with the Gantt chart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Create and follow an agile development plan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Learn how to implement APIs using IOS app development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B29F8-50C6-952D-F8E7-5AF8EB7D59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32" r="18868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23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EADA-C429-88B5-E73B-4FC51903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Gantt Chart</a:t>
            </a:r>
          </a:p>
        </p:txBody>
      </p:sp>
    </p:spTree>
    <p:extLst>
      <p:ext uri="{BB962C8B-B14F-4D97-AF65-F5344CB8AC3E}">
        <p14:creationId xmlns:p14="http://schemas.microsoft.com/office/powerpoint/2010/main" val="1578601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4A7024-D948-494D-8920-BBA2DA07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uck swimming in water&#10;&#10;AI-generated content may be incorrect.">
            <a:extLst>
              <a:ext uri="{FF2B5EF4-FFF2-40B4-BE49-F238E27FC236}">
                <a16:creationId xmlns:a16="http://schemas.microsoft.com/office/drawing/2014/main" id="{B7BC0381-A6AB-0DC9-48A2-CCFD0E440DE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</a:blip>
          <a:srcRect t="14267" b="107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82E246-EEE7-7757-9373-391252C06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449BD-5ACA-C301-8CDD-65D63EEF2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10837332" cy="5510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Cornell Lab of Ornithology. (n.d.). </a:t>
            </a:r>
            <a:r>
              <a:rPr lang="en-US" i="1">
                <a:solidFill>
                  <a:srgbClr val="FFFFFF"/>
                </a:solidFill>
              </a:rPr>
              <a:t>Barrow’s Goldeneye identification</a:t>
            </a:r>
            <a:r>
              <a:rPr lang="en-US">
                <a:solidFill>
                  <a:srgbClr val="FFFFFF"/>
                </a:solidFill>
              </a:rPr>
              <a:t>. All About Birds. </a:t>
            </a:r>
            <a:r>
              <a:rPr lang="en-US">
                <a:solidFill>
                  <a:srgbClr val="FFFFFF"/>
                </a:solidFill>
                <a:hlinkClick r:id="rId3"/>
              </a:rPr>
              <a:t>https://www.allaboutbirds.org/guide/Barrows_Goldeneye/id</a:t>
            </a:r>
            <a:endParaRPr lang="en-US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Cornell Lab of Ornithology. (n.d.). </a:t>
            </a:r>
            <a:r>
              <a:rPr lang="en-US" i="1">
                <a:solidFill>
                  <a:srgbClr val="FFFFFF"/>
                </a:solidFill>
              </a:rPr>
              <a:t>Harlequin Duck identification</a:t>
            </a:r>
            <a:r>
              <a:rPr lang="en-US">
                <a:solidFill>
                  <a:srgbClr val="FFFFFF"/>
                </a:solidFill>
              </a:rPr>
              <a:t>. All About Birds. </a:t>
            </a:r>
            <a:r>
              <a:rPr lang="en-US">
                <a:solidFill>
                  <a:srgbClr val="FFFFFF"/>
                </a:solidFill>
                <a:hlinkClick r:id="rId4"/>
              </a:rPr>
              <a:t>https://www.allaboutbirds.org/guide/Harlequin_Duck/id</a:t>
            </a:r>
            <a:endParaRPr lang="en-US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/>
              <a:t>Cornell Lab of Ornithology. (n.d.). </a:t>
            </a:r>
            <a:r>
              <a:rPr lang="en-US" i="1"/>
              <a:t>Hooded Merganser identification</a:t>
            </a:r>
            <a:r>
              <a:rPr lang="en-US"/>
              <a:t>. All About Birds. </a:t>
            </a:r>
            <a:r>
              <a:rPr lang="en-US">
                <a:hlinkClick r:id="rId5"/>
              </a:rPr>
              <a:t>https://www.allaboutbirds.org/guide/Hooded_Merganser/id</a:t>
            </a:r>
            <a:endParaRPr lang="en-US"/>
          </a:p>
          <a:p>
            <a:pPr marL="0" indent="0">
              <a:buNone/>
            </a:pPr>
            <a:r>
              <a:rPr lang="en-US"/>
              <a:t>Cornell Lab of Ornithology. (n.d.). </a:t>
            </a:r>
            <a:r>
              <a:rPr lang="en-US" i="1"/>
              <a:t>Wood Duck photo gallery</a:t>
            </a:r>
            <a:r>
              <a:rPr lang="en-US"/>
              <a:t>. </a:t>
            </a:r>
            <a:r>
              <a:rPr lang="en-US" i="1"/>
              <a:t>All About Birds</a:t>
            </a:r>
            <a:r>
              <a:rPr lang="en-US"/>
              <a:t>. </a:t>
            </a:r>
            <a:r>
              <a:rPr lang="en-US">
                <a:hlinkClick r:id="rId6"/>
              </a:rPr>
              <a:t>https://www.allaboutbirds.org/guide/Wood_Duck/photo-gallery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freeCodeCamp.org. (2019, December 16). </a:t>
            </a:r>
            <a:r>
              <a:rPr lang="en-US" i="1">
                <a:solidFill>
                  <a:srgbClr val="FFFFFF"/>
                </a:solidFill>
              </a:rPr>
              <a:t>APIs for beginners – How to use an API (Full course / tutorial)</a:t>
            </a:r>
            <a:r>
              <a:rPr lang="en-US">
                <a:solidFill>
                  <a:srgbClr val="FFFFFF"/>
                </a:solidFill>
              </a:rPr>
              <a:t> [Video]. YouTube. </a:t>
            </a:r>
            <a:r>
              <a:rPr lang="en-US">
                <a:solidFill>
                  <a:srgbClr val="FFFFFF"/>
                </a:solidFill>
                <a:hlinkClick r:id="rId7"/>
              </a:rPr>
              <a:t>https://www.youtube.com/watch?v=WXsD0ZgxjRw</a:t>
            </a:r>
            <a:endParaRPr lang="en-US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CodeWithChris. (2024, December 12). </a:t>
            </a:r>
            <a:r>
              <a:rPr lang="en-US" i="1">
                <a:solidFill>
                  <a:srgbClr val="FFFFFF"/>
                </a:solidFill>
              </a:rPr>
              <a:t>How to make an app in 8 days (2025 full tutorial)</a:t>
            </a:r>
            <a:r>
              <a:rPr lang="en-US">
                <a:solidFill>
                  <a:srgbClr val="FFFFFF"/>
                </a:solidFill>
              </a:rPr>
              <a:t> [Video]. YouTube. </a:t>
            </a:r>
            <a:r>
              <a:rPr lang="en-US">
                <a:solidFill>
                  <a:srgbClr val="FFFFFF"/>
                </a:solidFill>
                <a:hlinkClick r:id="rId8"/>
              </a:rPr>
              <a:t>https://www.youtube.com/watch?v=uvLUJev1F20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5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Facet</vt:lpstr>
      <vt:lpstr>Duck Identifier App</vt:lpstr>
      <vt:lpstr>Introduction</vt:lpstr>
      <vt:lpstr>The problem</vt:lpstr>
      <vt:lpstr>Methodology</vt:lpstr>
      <vt:lpstr>Courses</vt:lpstr>
      <vt:lpstr>Secondary Research</vt:lpstr>
      <vt:lpstr>Hypothesis</vt:lpstr>
      <vt:lpstr>Gantt Chart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pickett</dc:creator>
  <cp:revision>1</cp:revision>
  <dcterms:created xsi:type="dcterms:W3CDTF">2025-11-17T18:58:39Z</dcterms:created>
  <dcterms:modified xsi:type="dcterms:W3CDTF">2025-11-19T22:18:08Z</dcterms:modified>
</cp:coreProperties>
</file>